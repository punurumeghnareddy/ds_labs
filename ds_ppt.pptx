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3778"/>
              </p:ext>
            </p:extLst>
          </p:nvPr>
        </p:nvGraphicFramePr>
        <p:xfrm>
          <a:off x="8104583" y="3890500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Meghna- 2420030401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Thanusree – 2420030442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Rasagna - 2420030117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19593"/>
              </p:ext>
            </p:extLst>
          </p:nvPr>
        </p:nvGraphicFramePr>
        <p:xfrm>
          <a:off x="-430053" y="372666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 N 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8"/>
            <a:ext cx="104378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dirty="0"/>
              <a:t>AgriIntelligence: An Explainable AI-Based Agricultural Decision Support System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8000" y="4387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6D2DCD-A19A-44CD-2086-50677383E80F}"/>
              </a:ext>
            </a:extLst>
          </p:cNvPr>
          <p:cNvSpPr txBox="1"/>
          <p:nvPr/>
        </p:nvSpPr>
        <p:spPr>
          <a:xfrm>
            <a:off x="664450" y="1390727"/>
            <a:ext cx="1055624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must make high-stakes crop decisions with fragmented, incomplete information — navigating unpredictable weather, shifting soil conditions, and volatile market prices, often without integrated guidance.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Situation 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selection relies on traditional knowledge. Weather is unpredictable, and market prices fluctuate often causing financial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Gap 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address crop, weather, or market data in isolation. Datasets are collected at different intervals, making integration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Risk 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unified intelligence, farmers face compounded uncertainty — choosing crops without full visibility into environmental suitability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economic viability..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"Farmers need an adaptive decision-support system that integrates crop/soil, weather, and market information to recommend suitable crops and support better yield and profitability decisions."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23D2A1-0D35-6FB8-C477-2DFDB11ADB7E}"/>
              </a:ext>
            </a:extLst>
          </p:cNvPr>
          <p:cNvSpPr txBox="1"/>
          <p:nvPr/>
        </p:nvSpPr>
        <p:spPr>
          <a:xfrm>
            <a:off x="1645920" y="1260315"/>
            <a:ext cx="10546080" cy="516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Data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crop/soil, weather, and market-price datasets into one cohesive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Suitability Prediction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suitable crops based on soil properties and environmental conditions.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Impact Analysis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weather patterns influence crop growth and expected yield.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Forecasting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market-price trends to support economically profitable crop selection.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Multi-Rate Data Handling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datasets collected at different intervals through preprocessing and synchronization.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Farmer-Friendly Interface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clear, actionable recommendations through an intuitive decision-support dashboard.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ED6D3C-2CCA-F8E9-13F4-51FB31B4A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47882"/>
              </p:ext>
            </p:extLst>
          </p:nvPr>
        </p:nvGraphicFramePr>
        <p:xfrm>
          <a:off x="838200" y="1332378"/>
          <a:ext cx="10212325" cy="4351339"/>
        </p:xfrm>
        <a:graphic>
          <a:graphicData uri="http://schemas.openxmlformats.org/drawingml/2006/table">
            <a:tbl>
              <a:tblPr/>
              <a:tblGrid>
                <a:gridCol w="2042465">
                  <a:extLst>
                    <a:ext uri="{9D8B030D-6E8A-4147-A177-3AD203B41FA5}">
                      <a16:colId xmlns:a16="http://schemas.microsoft.com/office/drawing/2014/main" val="936132463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val="3730588528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val="3933949649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val="3062084875"/>
                    </a:ext>
                  </a:extLst>
                </a:gridCol>
                <a:gridCol w="2042465">
                  <a:extLst>
                    <a:ext uri="{9D8B030D-6E8A-4147-A177-3AD203B41FA5}">
                      <a16:colId xmlns:a16="http://schemas.microsoft.com/office/drawing/2014/main" val="1879532306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989214"/>
                  </a:ext>
                </a:extLst>
              </a:tr>
              <a:tr h="11544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89279"/>
                  </a:ext>
                </a:extLst>
              </a:tr>
              <a:tr h="115443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063788"/>
                  </a:ext>
                </a:extLst>
              </a:tr>
              <a:tr h="14208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>
                        <a:effectLst/>
                      </a:endParaRP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880731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FCA41FA-3658-D0D1-9591-5056AC5D4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60" y="1149017"/>
            <a:ext cx="10791040" cy="49026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760749" y="2881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BB7F63-8647-1E22-D3E1-E065CFEDA74A}"/>
              </a:ext>
            </a:extLst>
          </p:cNvPr>
          <p:cNvSpPr txBox="1"/>
          <p:nvPr/>
        </p:nvSpPr>
        <p:spPr>
          <a:xfrm>
            <a:off x="779549" y="1133726"/>
            <a:ext cx="10058400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Synchronization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Weather, crop, and market data follow different reporting frequencies, making unified analysis difficult.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Regional Adaptability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for one region often fail elsewhere due to differing soil, climate, and market conditions.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Unexpected Market Events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shifts, export restrictions, and fuel-price changes create sudden disruptions traditional models miss.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Post-Harvest Factors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focus on production but overlook storage, transportation, and crop perishability.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283460" y="311275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6D7A9C-3842-9D5A-72E9-D743180798C4}"/>
              </a:ext>
            </a:extLst>
          </p:cNvPr>
          <p:cNvSpPr txBox="1"/>
          <p:nvPr/>
        </p:nvSpPr>
        <p:spPr>
          <a:xfrm>
            <a:off x="667789" y="957606"/>
            <a:ext cx="108564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three critical agricultural data sources —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crop/soil, weather, and market price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into a single adaptive system.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multi-source agricultural data is distilled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actionable recommendations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farmer can understand and act on.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asking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"Which crop can grow?"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answers: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"Which crop is suitable 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economically promising under current conditions?“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 may include: news/policy event analysis, regional model adaptation, and post-harvest logistics integration.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015940" y="6375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9E49D7-CEA6-B6AB-F4A8-348531F5A86C}"/>
              </a:ext>
            </a:extLst>
          </p:cNvPr>
          <p:cNvSpPr txBox="1"/>
          <p:nvPr/>
        </p:nvSpPr>
        <p:spPr>
          <a:xfrm>
            <a:off x="847898" y="964277"/>
            <a:ext cx="1080654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Scikit-learn, ML models, PostgreSQL/Firebase, REST APIs, and a web dashboard for visualization.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agricultural datasets, historical crop/yield records, weather APIs, and agricultural market-price databases.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Design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Dashboard-based recommendations designed for easy interpretation. Adaptable to specific regional contexts.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Viability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open-source software and publicly available datasets. No exp</a:t>
            </a:r>
            <a:r>
              <a:rPr lang="en-IN" sz="2400" dirty="0"/>
              <a:t>ensive hardware required for the initial prototype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6943-532E-5D55-06C9-79E4B50D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                                      Project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ED5D8-2B75-04E2-E2F1-921E51AE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720"/>
            <a:ext cx="9149080" cy="524224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508EA-9DD8-F468-FBA3-70D522F4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50613"/>
            <a:ext cx="11287760" cy="635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6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84D9A-8963-FE04-C0C0-4A69F5739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94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554</Words>
  <Application>Microsoft Office PowerPoint</Application>
  <PresentationFormat>Widescreen</PresentationFormat>
  <Paragraphs>104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Project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Meghna PV</cp:lastModifiedBy>
  <cp:revision>38</cp:revision>
  <dcterms:created xsi:type="dcterms:W3CDTF">2026-08-08T06:33:56Z</dcterms:created>
  <dcterms:modified xsi:type="dcterms:W3CDTF">2026-09-10T06:04:22Z</dcterms:modified>
</cp:coreProperties>
</file>